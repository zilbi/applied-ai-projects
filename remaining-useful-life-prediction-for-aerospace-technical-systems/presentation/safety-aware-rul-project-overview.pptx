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703d9ac8d624532" /><Relationship Type="http://schemas.openxmlformats.org/officeDocument/2006/relationships/extended-properties" Target="/docProps/app.xml" Id="R65a71982002d489c" /><Relationship Type="http://schemas.openxmlformats.org/officeDocument/2006/relationships/officeDocument" Target="/ppt/presentation.xml" Id="R415dad009c0848d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04695c24bf74def"/>
  </p:sldMasterIdLst>
  <p:notesMasterIdLst>
    <p:notesMasterId xmlns:r="http://schemas.openxmlformats.org/officeDocument/2006/relationships" r:id="Rdbe53abc79714765"/>
  </p:notesMasterIdLst>
  <p:sldIdLst>
    <p:sldId xmlns:r="http://schemas.openxmlformats.org/officeDocument/2006/relationships" id="256" r:id="R2330beb5e5f249cc"/>
    <p:sldId xmlns:r="http://schemas.openxmlformats.org/officeDocument/2006/relationships" id="257" r:id="R536984f29d2e4380"/>
    <p:sldId xmlns:r="http://schemas.openxmlformats.org/officeDocument/2006/relationships" id="258" r:id="R72d8ab9973eb4e5c"/>
    <p:sldId xmlns:r="http://schemas.openxmlformats.org/officeDocument/2006/relationships" id="259" r:id="R4aecab3a2cb64570"/>
    <p:sldId xmlns:r="http://schemas.openxmlformats.org/officeDocument/2006/relationships" id="260" r:id="Rbdafb4c2a02e4a66"/>
    <p:sldId xmlns:r="http://schemas.openxmlformats.org/officeDocument/2006/relationships" id="261" r:id="Rb90d191b65f241bf"/>
    <p:sldId xmlns:r="http://schemas.openxmlformats.org/officeDocument/2006/relationships" id="262" r:id="R3cb5f26d78cd41fe"/>
    <p:sldId xmlns:r="http://schemas.openxmlformats.org/officeDocument/2006/relationships" id="263" r:id="R1020b72b3cee464a"/>
    <p:sldId xmlns:r="http://schemas.openxmlformats.org/officeDocument/2006/relationships" id="264" r:id="R916e2469ecca4c21"/>
    <p:sldId xmlns:r="http://schemas.openxmlformats.org/officeDocument/2006/relationships" id="265" r:id="R2053cb2331ec4005"/>
    <p:sldId xmlns:r="http://schemas.openxmlformats.org/officeDocument/2006/relationships" id="266" r:id="R9b12ae2a41a842d8"/>
    <p:sldId xmlns:r="http://schemas.openxmlformats.org/officeDocument/2006/relationships" id="267" r:id="Rc8f150529dff463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2b0b913fb794c5f" /><Relationship Type="http://schemas.openxmlformats.org/officeDocument/2006/relationships/slideMaster" Target="/ppt/slideMasters/slideMaster1.xml" Id="R504695c24bf74def" /><Relationship Type="http://schemas.openxmlformats.org/officeDocument/2006/relationships/notesMaster" Target="/ppt/notesMasters/notesMaster1.xml" Id="Rdbe53abc79714765" /><Relationship Type="http://schemas.openxmlformats.org/officeDocument/2006/relationships/presProps" Target="/ppt/presProps.xml" Id="R3af89c5dea9f4ddc" /><Relationship Type="http://schemas.openxmlformats.org/officeDocument/2006/relationships/tableStyles" Target="/ppt/tableStyles.xml" Id="Rd8fea836640c468d" /><Relationship Type="http://schemas.openxmlformats.org/officeDocument/2006/relationships/slide" Target="/ppt/slides/slide1.xml" Id="R2330beb5e5f249cc" /><Relationship Type="http://schemas.openxmlformats.org/officeDocument/2006/relationships/slide" Target="/ppt/slides/slide2.xml" Id="R536984f29d2e4380" /><Relationship Type="http://schemas.openxmlformats.org/officeDocument/2006/relationships/slide" Target="/ppt/slides/slide3.xml" Id="R72d8ab9973eb4e5c" /><Relationship Type="http://schemas.openxmlformats.org/officeDocument/2006/relationships/slide" Target="/ppt/slides/slide4.xml" Id="R4aecab3a2cb64570" /><Relationship Type="http://schemas.openxmlformats.org/officeDocument/2006/relationships/slide" Target="/ppt/slides/slide5.xml" Id="Rbdafb4c2a02e4a66" /><Relationship Type="http://schemas.openxmlformats.org/officeDocument/2006/relationships/slide" Target="/ppt/slides/slide6.xml" Id="Rb90d191b65f241bf" /><Relationship Type="http://schemas.openxmlformats.org/officeDocument/2006/relationships/slide" Target="/ppt/slides/slide7.xml" Id="R3cb5f26d78cd41fe" /><Relationship Type="http://schemas.openxmlformats.org/officeDocument/2006/relationships/slide" Target="/ppt/slides/slide8.xml" Id="R1020b72b3cee464a" /><Relationship Type="http://schemas.openxmlformats.org/officeDocument/2006/relationships/slide" Target="/ppt/slides/slide9.xml" Id="R916e2469ecca4c21" /><Relationship Type="http://schemas.openxmlformats.org/officeDocument/2006/relationships/slide" Target="/ppt/slides/slide10.xml" Id="R2053cb2331ec4005" /><Relationship Type="http://schemas.openxmlformats.org/officeDocument/2006/relationships/slide" Target="/ppt/slides/slide11.xml" Id="R9b12ae2a41a842d8" /><Relationship Type="http://schemas.openxmlformats.org/officeDocument/2006/relationships/slide" Target="/ppt/slides/slide12.xml" Id="Rc8f150529dff463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9e8a1e135f2420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940380d8a704594" /><Relationship Type="http://schemas.openxmlformats.org/officeDocument/2006/relationships/notesMaster" Target="/ppt/notesMasters/notesMaster1.xml" Id="Rf8054e816d014af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046a82ee9464f0a" /><Relationship Type="http://schemas.openxmlformats.org/officeDocument/2006/relationships/notesMaster" Target="/ppt/notesMasters/notesMaster1.xml" Id="R58fcb66942b849d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4d52af8bc194d2a" /><Relationship Type="http://schemas.openxmlformats.org/officeDocument/2006/relationships/notesMaster" Target="/ppt/notesMasters/notesMaster1.xml" Id="R7cc537bf62bb4a2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8a3089d850b4751" /><Relationship Type="http://schemas.openxmlformats.org/officeDocument/2006/relationships/notesMaster" Target="/ppt/notesMasters/notesMaster1.xml" Id="Rae0cb79bad38471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ebc72ff2dbb437f" /><Relationship Type="http://schemas.openxmlformats.org/officeDocument/2006/relationships/notesMaster" Target="/ppt/notesMasters/notesMaster1.xml" Id="Rabfe7fe2ddf9498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5fb1b12adba4dec" /><Relationship Type="http://schemas.openxmlformats.org/officeDocument/2006/relationships/notesMaster" Target="/ppt/notesMasters/notesMaster1.xml" Id="Rfe316a620e13409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befdeeafc9143ac" /><Relationship Type="http://schemas.openxmlformats.org/officeDocument/2006/relationships/notesMaster" Target="/ppt/notesMasters/notesMaster1.xml" Id="R502aeed3d655429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2834f1cba55445a" /><Relationship Type="http://schemas.openxmlformats.org/officeDocument/2006/relationships/notesMaster" Target="/ppt/notesMasters/notesMaster1.xml" Id="Rabce3f223fcd403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824ae6073824db8" /><Relationship Type="http://schemas.openxmlformats.org/officeDocument/2006/relationships/notesMaster" Target="/ppt/notesMasters/notesMaster1.xml" Id="R7a64833e5c954f5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b6f5bef677349e8" /><Relationship Type="http://schemas.openxmlformats.org/officeDocument/2006/relationships/notesMaster" Target="/ppt/notesMasters/notesMaster1.xml" Id="R57da00a5ea2c4af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01b81685f654ac4" /><Relationship Type="http://schemas.openxmlformats.org/officeDocument/2006/relationships/notesMaster" Target="/ppt/notesMasters/notesMaster1.xml" Id="Rc112ee1d8bf0483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884555b705f4a4d" /><Relationship Type="http://schemas.openxmlformats.org/officeDocument/2006/relationships/notesMaster" Target="/ppt/notesMasters/notesMaster1.xml" Id="Re784919a6eea4a0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project README and executed consolidated notebook.</a:t>
            </a:r>
          </a:p>
          <a:p xmlns:a="http://schemas.openxmlformats.org/drawingml/2006/main">
            <a:r>
              <a:t>- Visual: hero-engine.png, generated for the original project deck; no external source.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Executed safety-aware project notebook.</a:t>
            </a:r>
          </a:p>
          <a:p xmlns:a="http://schemas.openxmlformats.org/drawingml/2006/main">
            <a:r>
              <a:t>- Narrative coverage informed by the supplied VK PDF; claims verified against the project notebook.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project README and NASA C-MAPSS FD001 data description included in the project.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Final project notebook and feature-engineering experiments 01, 05, 06, 08.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 Development Path table and project notebooks 01, 05, 06, 08.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- 04_failed_evolutionary_search.ipynb, 05_robust_evolutionary_search.ipynb, 07_oof_stacking_asymmetric.ipynb; archived CatBoost experiment.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Final executed safety-aware notebook and README model description.</a:t>
            </a:r>
          </a:p>
          <a:p xmlns:a="http://schemas.openxmlformats.org/drawingml/2006/main">
            <a:r>
              <a:t>- Visual: rf-ensemble-forecast.png, generated for this presentation; no external source.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- 06_quantile_calibration.ipynb and final executed safety-aware notebook.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- 07_oof_stacking_asymmetric.ipynb and final executed safety-aware notebook.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Exact official dummy and final metrics reproduced in the executed consolidated notebook.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Exact safety metrics reproduced in the executed consolidated notebook.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project README limitations and final executed notebook.</a:t>
            </a:r>
          </a:p>
          <a:p xmlns:a="http://schemas.openxmlformats.org/drawingml/2006/main">
            <a:r>
              <a:t>- Visual: maintenance-engineer.png, generated for the original project deck; no external source.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a91085a7c8e416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8682f7db03043f1" /><Relationship Type="http://schemas.openxmlformats.org/officeDocument/2006/relationships/slideLayout" Target="/ppt/slideLayouts/slideLayout1.xml" Id="R7e07bbe47d5c4aa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e07bbe47d5c4aa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2ad4083d4a4e7a" /><Relationship Type="http://schemas.openxmlformats.org/officeDocument/2006/relationships/image" Target="/ppt/media/image.png" Id="R8fe6cee87e514282" /><Relationship Type="http://schemas.openxmlformats.org/officeDocument/2006/relationships/notesSlide" Target="/ppt/notesSlides/notesSlide1.xml" Id="R0eb1c5da65cf4d5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1598c7f6e54589" /><Relationship Type="http://schemas.openxmlformats.org/officeDocument/2006/relationships/image" Target="/ppt/media/image2.png" Id="Rd024ddee3fb74c09" /><Relationship Type="http://schemas.openxmlformats.org/officeDocument/2006/relationships/notesSlide" Target="/ppt/notesSlides/notesSlide2.xml" Id="R9459f199705b437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ef752a7ca14e05" /><Relationship Type="http://schemas.openxmlformats.org/officeDocument/2006/relationships/image" Target="/ppt/media/image3.png" Id="Rb3bc9f85394a4ba0" /><Relationship Type="http://schemas.openxmlformats.org/officeDocument/2006/relationships/notesSlide" Target="/ppt/notesSlides/notesSlide3.xml" Id="R76007d20b4ed424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846df812eb4f68" /><Relationship Type="http://schemas.openxmlformats.org/officeDocument/2006/relationships/image" Target="/ppt/media/image4.png" Id="Rc641145a6de84d39" /><Relationship Type="http://schemas.openxmlformats.org/officeDocument/2006/relationships/notesSlide" Target="/ppt/notesSlides/notesSlide4.xml" Id="Rfb270fa6f3f34c7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21006a42784f9b" /><Relationship Type="http://schemas.openxmlformats.org/officeDocument/2006/relationships/image" Target="/ppt/media/image5.png" Id="R6c9ef41a674a464d" /><Relationship Type="http://schemas.openxmlformats.org/officeDocument/2006/relationships/notesSlide" Target="/ppt/notesSlides/notesSlide5.xml" Id="R14a3dbbebf7b4e6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80c60257844639" /><Relationship Type="http://schemas.openxmlformats.org/officeDocument/2006/relationships/image" Target="/ppt/media/image6.png" Id="R57ba76bdb9554e15" /><Relationship Type="http://schemas.openxmlformats.org/officeDocument/2006/relationships/notesSlide" Target="/ppt/notesSlides/notesSlide6.xml" Id="R12693ae5186f46b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3bc8594dc74926" /><Relationship Type="http://schemas.openxmlformats.org/officeDocument/2006/relationships/image" Target="/ppt/media/image7.png" Id="R7670d51c92fa453c" /><Relationship Type="http://schemas.openxmlformats.org/officeDocument/2006/relationships/notesSlide" Target="/ppt/notesSlides/notesSlide7.xml" Id="R22a14b7d39f1482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bc82a1ea484c63" /><Relationship Type="http://schemas.openxmlformats.org/officeDocument/2006/relationships/image" Target="/ppt/media/image8.png" Id="R4cf3eec9b5524c7a" /><Relationship Type="http://schemas.openxmlformats.org/officeDocument/2006/relationships/notesSlide" Target="/ppt/notesSlides/notesSlide8.xml" Id="Re01a25419da34d3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6c25560fe54a5a" /><Relationship Type="http://schemas.openxmlformats.org/officeDocument/2006/relationships/image" Target="/ppt/media/image9.png" Id="R8dd48731a6e64a4b" /><Relationship Type="http://schemas.openxmlformats.org/officeDocument/2006/relationships/notesSlide" Target="/ppt/notesSlides/notesSlide9.xml" Id="R93becef21add45e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a6cfa11b744a0d" /><Relationship Type="http://schemas.openxmlformats.org/officeDocument/2006/relationships/image" Target="/ppt/media/image10.png" Id="R3d3cdd05d3fd4cce" /><Relationship Type="http://schemas.openxmlformats.org/officeDocument/2006/relationships/notesSlide" Target="/ppt/notesSlides/notesSlide10.xml" Id="R5a5e3c71fd93469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5f974b34db4132" /><Relationship Type="http://schemas.openxmlformats.org/officeDocument/2006/relationships/image" Target="/ppt/media/image11.png" Id="Rb11bb6a18ba44fcc" /><Relationship Type="http://schemas.openxmlformats.org/officeDocument/2006/relationships/notesSlide" Target="/ppt/notesSlides/notesSlide11.xml" Id="R28a84e51d89d4ea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66926aecb14184" /><Relationship Type="http://schemas.openxmlformats.org/officeDocument/2006/relationships/image" Target="/ppt/media/image12.png" Id="R35e36a9dd52e4caa" /><Relationship Type="http://schemas.openxmlformats.org/officeDocument/2006/relationships/notesSlide" Target="/ppt/notesSlides/notesSlide12.xml" Id="R031d7316f64c4f5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616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e6cee87e51428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082860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616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24ddee3fb74c0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543318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616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bc9f85394a4ba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24592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616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41145a6de84d3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295355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616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9ef41a674a464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447267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616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ba76bdb9554e1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523091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616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70d51c92fa453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24592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616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f3eec9b5524c7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447267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616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d48731a6e64a4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295355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616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3cdd05d3fd4cc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523091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616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1bb6a18ba44fc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543318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616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e36a9dd52e4ca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082860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2026-08-29T08:42:58.0350000Z</dcterms:created>
  <dcterms:modified xsi:type="dcterms:W3CDTF">2026-08-29T08:42:58.0350000Z</dcterms:modified>
</coreProperties>
</file>